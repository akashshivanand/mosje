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89704"/>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on the site, so nothing new to build</a:t>
            </a:r>
            <a:endParaRPr lang="en-US" sz="120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Every group on screen at once,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
        <p:nvSpPr>
          <p:cNvPr id="19" name="Text 15"/>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No count is shown on either.</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7680960" y="234086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On the site today. One group at a time.</a:t>
            </a:r>
            <a:endParaRPr lang="en-US" sz="1200" dirty="0"/>
          </a:p>
        </p:txBody>
      </p:sp>
      <p:sp>
        <p:nvSpPr>
          <p:cNvPr id="9" name="Text 7"/>
          <p:cNvSpPr txBox="1"/>
          <p:nvPr/>
        </p:nvSpPr>
        <p:spPr>
          <a:xfrm>
            <a:off x="731520" y="2834640"/>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34640"/>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7680960" y="2852928"/>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Who you are, then what you need. Three schemes and a link to all of them.</a:t>
            </a:r>
            <a:endParaRPr lang="en-US" sz="1200" dirty="0"/>
          </a:p>
        </p:txBody>
      </p:sp>
      <p:sp>
        <p:nvSpPr>
          <p:cNvPr id="12" name="Text 10"/>
          <p:cNvSpPr txBox="1"/>
          <p:nvPr/>
        </p:nvSpPr>
        <p:spPr>
          <a:xfrm>
            <a:off x="731520" y="3346704"/>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346704"/>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7680960" y="3364992"/>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Pick your group. Its portal first, then its schemes.</a:t>
            </a:r>
            <a:endParaRPr lang="en-US" sz="1200" dirty="0"/>
          </a:p>
        </p:txBody>
      </p:sp>
      <p:sp>
        <p:nvSpPr>
          <p:cNvPr id="15" name="Shape 13"/>
          <p:cNvSpPr/>
          <p:nvPr/>
        </p:nvSpPr>
        <p:spPr>
          <a:xfrm>
            <a:off x="731520" y="3749040"/>
            <a:ext cx="10728655" cy="0"/>
          </a:xfrm>
          <a:prstGeom prst="line">
            <a:avLst/>
          </a:prstGeom>
          <a:noFill/>
          <a:ln w="12700">
            <a:solidFill>
              <a:srgbClr val="004B96"/>
            </a:solidFill>
            <a:prstDash val="solid"/>
          </a:ln>
        </p:spPr>
      </p:sp>
      <p:sp>
        <p:nvSpPr>
          <p:cNvPr id="16" name="Text 14"/>
          <p:cNvSpPr txBox="1"/>
          <p:nvPr/>
        </p:nvSpPr>
        <p:spPr>
          <a:xfrm>
            <a:off x="731520" y="3858768"/>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3858768"/>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7680960" y="3877056"/>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Every group in one row, then cards. For browsing.</a:t>
            </a:r>
            <a:endParaRPr lang="en-US" sz="1200" dirty="0"/>
          </a:p>
        </p:txBody>
      </p:sp>
      <p:sp>
        <p:nvSpPr>
          <p:cNvPr id="19" name="Text 17"/>
          <p:cNvSpPr txBox="1"/>
          <p:nvPr/>
        </p:nvSpPr>
        <p:spPr>
          <a:xfrm>
            <a:off x="731520" y="4370832"/>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370832"/>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7680960" y="4389120"/>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Tick groups on the left, table on the right. For comparing.</a:t>
            </a:r>
            <a:endParaRPr lang="en-US" sz="1200" dirty="0"/>
          </a:p>
        </p:txBody>
      </p:sp>
      <p:sp>
        <p:nvSpPr>
          <p:cNvPr id="22" name="Shape 20"/>
          <p:cNvSpPr/>
          <p:nvPr/>
        </p:nvSpPr>
        <p:spPr>
          <a:xfrm>
            <a:off x="731520" y="4773168"/>
            <a:ext cx="10728655" cy="0"/>
          </a:xfrm>
          <a:prstGeom prst="line">
            <a:avLst/>
          </a:prstGeom>
          <a:noFill/>
          <a:ln w="12700">
            <a:solidFill>
              <a:srgbClr val="004B96"/>
            </a:solidFill>
            <a:prstDash val="solid"/>
          </a:ln>
        </p:spPr>
      </p:sp>
      <p:sp>
        <p:nvSpPr>
          <p:cNvPr id="23" name="Text 21"/>
          <p:cNvSpPr txBox="1"/>
          <p:nvPr/>
        </p:nvSpPr>
        <p:spPr>
          <a:xfrm>
            <a:off x="731520" y="488289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488289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7680960" y="490118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The same two questions, in the chat window on every page.</a:t>
            </a:r>
            <a:endParaRPr lang="en-US" sz="1200" dirty="0"/>
          </a:p>
        </p:txBody>
      </p:sp>
      <p:sp>
        <p:nvSpPr>
          <p:cNvPr id="26" name="Shape 24"/>
          <p:cNvSpPr/>
          <p:nvPr/>
        </p:nvSpPr>
        <p:spPr>
          <a:xfrm>
            <a:off x="731520" y="5285232"/>
            <a:ext cx="10728655" cy="0"/>
          </a:xfrm>
          <a:prstGeom prst="line">
            <a:avLst/>
          </a:prstGeom>
          <a:noFill/>
          <a:ln w="12700">
            <a:solidFill>
              <a:srgbClr val="004B96"/>
            </a:solidFill>
            <a:prstDash val="solid"/>
          </a:ln>
        </p:spPr>
      </p:sp>
      <p:sp>
        <p:nvSpPr>
          <p:cNvPr id="27" name="Text 25"/>
          <p:cNvSpPr txBox="1"/>
          <p:nvPr/>
        </p:nvSpPr>
        <p:spPr>
          <a:xfrm>
            <a:off x="731520" y="5577840"/>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2026-09-09T07:34:49Z</dcterms:created>
  <dcterms:modified xsi:type="dcterms:W3CDTF">2026-09-09T07:34:49Z</dcterms:modified>
</cp:coreProperties>
</file>