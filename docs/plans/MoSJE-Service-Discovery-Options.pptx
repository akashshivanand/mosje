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the first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two filters,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two filters, no counts, greyed filters instead of numbers, ten rows a page. This is for comparing and deciding, which is what most people come to this page to do.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asks these two things, and nothing else.</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
        <p:nvSpPr>
          <p:cNvPr id="29" name="Text 27"/>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The first eight are the groups the Department's mandate names (Annual Report 2025-26, §1.2). The last three are groups its schemes name. Every scheme is a record in the Annual Report 2025-26 or the Demand for Grants 2026-27, tagged on both. Every source is listed in the data-sources report.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1751533"/>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1696669"/>
          </a:xfrm>
          <a:prstGeom prst="rect">
            <a:avLst/>
          </a:prstGeom>
        </p:spPr>
      </p:pic>
      <p:sp>
        <p:nvSpPr>
          <p:cNvPr id="9" name="Shape 6"/>
          <p:cNvSpPr/>
          <p:nvPr/>
        </p:nvSpPr>
        <p:spPr>
          <a:xfrm>
            <a:off x="731520" y="4147261"/>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147261"/>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494733"/>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A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Explore User Personas</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330098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3246120"/>
          </a:xfrm>
          <a:prstGeom prst="rect">
            <a:avLst/>
          </a:prstGeom>
        </p:spPr>
      </p:pic>
      <p:sp>
        <p:nvSpPr>
          <p:cNvPr id="8" name="Text 5"/>
          <p:cNvSpPr txBox="1"/>
          <p:nvPr/>
        </p:nvSpPr>
        <p:spPr>
          <a:xfrm>
            <a:off x="731520" y="515721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98848"/>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B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Questions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21608"/>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the first three schemes, each with a link to its own page</a:t>
            </a:r>
            <a:endParaRPr lang="en-US" sz="1200" dirty="0"/>
          </a:p>
        </p:txBody>
      </p:sp>
      <p:sp>
        <p:nvSpPr>
          <p:cNvPr id="16" name="Shape 13"/>
          <p:cNvSpPr/>
          <p:nvPr/>
        </p:nvSpPr>
        <p:spPr>
          <a:xfrm>
            <a:off x="7680960" y="421538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84648"/>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78424"/>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 · OPTION C OF 3</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One Tap</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 Both use the same two filters.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Filters that work together, and a table that says who each scheme is for. For comparing.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shown on either. A filter that would leave nothing is greyed out.</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A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Pictures of the Groups, with Cards</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then Loans and Credit,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then, if you like, the kind of support.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filters and no third</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card opens the scheme's page</a:t>
            </a:r>
            <a:endParaRPr lang="en-US" sz="1200" dirty="0"/>
          </a:p>
        </p:txBody>
      </p:sp>
      <p:sp>
        <p:nvSpPr>
          <p:cNvPr id="18" name="Text 15"/>
          <p:cNvSpPr txBox="1"/>
          <p:nvPr/>
        </p:nvSpPr>
        <p:spPr>
          <a:xfrm>
            <a:off x="7680960" y="4462272"/>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80060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7365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is visible at once, with no scrolling to find yourself</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two filters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 · OPTION B OF 2</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Filter Panel with a Table</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with Scholarships, then Loans added, then one filter removed.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Filters down the left, a table on the right. Tick who it is for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two filters work together</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filter that would leave nothing is greyed out, with no number beside it</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Ten rows a page; each scheme links to its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schemes can be read side by side</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has room to say who each scheme is for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ASSISTANT · 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8640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asks the same two things: who you are, and what kind of support you need.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Two filters that work together, and a table.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2026-09-09T05:22:54Z</dcterms:created>
  <dcterms:modified xsi:type="dcterms:W3CDTF">2026-09-09T05:22:54Z</dcterms:modified>
</cp:coreProperties>
</file>