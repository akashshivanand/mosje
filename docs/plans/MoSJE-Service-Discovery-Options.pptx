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6949440" y="234086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300" dirty="0"/>
          </a:p>
        </p:txBody>
      </p:sp>
      <p:sp>
        <p:nvSpPr>
          <p:cNvPr id="9" name="Text 7"/>
          <p:cNvSpPr txBox="1"/>
          <p:nvPr/>
        </p:nvSpPr>
        <p:spPr>
          <a:xfrm>
            <a:off x="731520" y="2889504"/>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89504"/>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6949440" y="2907792"/>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Who you are, then what you need. Three schemes and a link to all of them.</a:t>
            </a:r>
            <a:endParaRPr lang="en-US" sz="1300" dirty="0"/>
          </a:p>
        </p:txBody>
      </p:sp>
      <p:sp>
        <p:nvSpPr>
          <p:cNvPr id="12" name="Text 10"/>
          <p:cNvSpPr txBox="1"/>
          <p:nvPr/>
        </p:nvSpPr>
        <p:spPr>
          <a:xfrm>
            <a:off x="731520" y="3456432"/>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456432"/>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6949440" y="3474720"/>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300" dirty="0"/>
          </a:p>
        </p:txBody>
      </p:sp>
      <p:sp>
        <p:nvSpPr>
          <p:cNvPr id="15" name="Shape 13"/>
          <p:cNvSpPr/>
          <p:nvPr/>
        </p:nvSpPr>
        <p:spPr>
          <a:xfrm>
            <a:off x="731520" y="3913632"/>
            <a:ext cx="10728655" cy="0"/>
          </a:xfrm>
          <a:prstGeom prst="line">
            <a:avLst/>
          </a:prstGeom>
          <a:noFill/>
          <a:ln w="12700">
            <a:solidFill>
              <a:srgbClr val="004B96"/>
            </a:solidFill>
            <a:prstDash val="solid"/>
          </a:ln>
        </p:spPr>
      </p:sp>
      <p:sp>
        <p:nvSpPr>
          <p:cNvPr id="16" name="Text 14"/>
          <p:cNvSpPr txBox="1"/>
          <p:nvPr/>
        </p:nvSpPr>
        <p:spPr>
          <a:xfrm>
            <a:off x="731520" y="4023360"/>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4023360"/>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6949440" y="4041648"/>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300" dirty="0"/>
          </a:p>
        </p:txBody>
      </p:sp>
      <p:sp>
        <p:nvSpPr>
          <p:cNvPr id="19" name="Text 17"/>
          <p:cNvSpPr txBox="1"/>
          <p:nvPr/>
        </p:nvSpPr>
        <p:spPr>
          <a:xfrm>
            <a:off x="731520" y="4590288"/>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590288"/>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6949440" y="4608576"/>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Tick groups on the left, table on the right. For comparing.</a:t>
            </a:r>
            <a:endParaRPr lang="en-US" sz="1300" dirty="0"/>
          </a:p>
        </p:txBody>
      </p:sp>
      <p:sp>
        <p:nvSpPr>
          <p:cNvPr id="22" name="Shape 20"/>
          <p:cNvSpPr/>
          <p:nvPr/>
        </p:nvSpPr>
        <p:spPr>
          <a:xfrm>
            <a:off x="731520" y="5047488"/>
            <a:ext cx="10728655" cy="0"/>
          </a:xfrm>
          <a:prstGeom prst="line">
            <a:avLst/>
          </a:prstGeom>
          <a:noFill/>
          <a:ln w="12700">
            <a:solidFill>
              <a:srgbClr val="004B96"/>
            </a:solidFill>
            <a:prstDash val="solid"/>
          </a:ln>
        </p:spPr>
      </p:sp>
      <p:sp>
        <p:nvSpPr>
          <p:cNvPr id="23" name="Text 21"/>
          <p:cNvSpPr txBox="1"/>
          <p:nvPr/>
        </p:nvSpPr>
        <p:spPr>
          <a:xfrm>
            <a:off x="731520" y="515721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5157216"/>
            <a:ext cx="329184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6949440" y="5175504"/>
            <a:ext cx="4510735" cy="365760"/>
          </a:xfrm>
          <a:prstGeom prst="rect">
            <a:avLst/>
          </a:prstGeom>
          <a:noFill/>
          <a:ln/>
        </p:spPr>
        <p:txBody>
          <a:bodyPr wrap="square" lIns="0" tIns="0" rIns="0" bIns="0" rtlCol="0" anchor="ctr"/>
          <a:lstStyle/>
          <a:p>
            <a:pPr indent="0" marL="0">
              <a:buNone/>
            </a:pPr>
            <a:r>
              <a:rPr lang="en-US" sz="1300" dirty="0">
                <a:solidFill>
                  <a:srgbClr val="FFFFFF">
                    <a:alpha val="85000"/>
                  </a:srgbClr>
                </a:solidFill>
                <a:latin typeface="Noto Sans" pitchFamily="34" charset="0"/>
                <a:ea typeface="Noto Sans" pitchFamily="34" charset="-122"/>
                <a:cs typeface="Noto Sans" pitchFamily="34" charset="-120"/>
              </a:rPr>
              <a:t>The same two questions, in the chat window on every page.</a:t>
            </a:r>
            <a:endParaRPr lang="en-US" sz="1300" dirty="0"/>
          </a:p>
        </p:txBody>
      </p:sp>
      <p:sp>
        <p:nvSpPr>
          <p:cNvPr id="26" name="Shape 24"/>
          <p:cNvSpPr/>
          <p:nvPr/>
        </p:nvSpPr>
        <p:spPr>
          <a:xfrm>
            <a:off x="731520" y="5614416"/>
            <a:ext cx="10728655" cy="0"/>
          </a:xfrm>
          <a:prstGeom prst="line">
            <a:avLst/>
          </a:prstGeom>
          <a:noFill/>
          <a:ln w="12700">
            <a:solidFill>
              <a:srgbClr val="004B96"/>
            </a:solidFill>
            <a:prstDash val="solid"/>
          </a:ln>
        </p:spPr>
      </p:sp>
      <p:sp>
        <p:nvSpPr>
          <p:cNvPr id="27" name="Text 25"/>
          <p:cNvSpPr txBox="1"/>
          <p:nvPr/>
        </p:nvSpPr>
        <p:spPr>
          <a:xfrm>
            <a:off x="731520" y="5815584"/>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2026-09-09T10:16:57Z</dcterms:created>
  <dcterms:modified xsi:type="dcterms:W3CDTF">2026-09-09T10:16:57Z</dcterms:modified>
</cp:coreProperties>
</file>