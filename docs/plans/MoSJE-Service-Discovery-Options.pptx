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the first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a table beneath the row of groups: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98848"/>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21608"/>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the first three schemes, each with a link to its own page</a:t>
            </a:r>
            <a:endParaRPr lang="en-US" sz="1200" dirty="0"/>
          </a:p>
        </p:txBody>
      </p:sp>
      <p:sp>
        <p:nvSpPr>
          <p:cNvPr id="16" name="Shape 13"/>
          <p:cNvSpPr/>
          <p:nvPr/>
        </p:nvSpPr>
        <p:spPr>
          <a:xfrm>
            <a:off x="7680960" y="421538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84648"/>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78424"/>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same row of groups, then a table that says who each scheme is for. For comparing.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shown on either.</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is visible at once, with no scrolling to find yourself</a:t>
            </a:r>
            <a:endParaRPr lang="en-US" sz="1200" dirty="0"/>
          </a:p>
        </p:txBody>
      </p:sp>
      <p:sp>
        <p:nvSpPr>
          <p:cNvPr id="21" name="Shape 18"/>
          <p:cNvSpPr/>
          <p:nvPr/>
        </p:nvSpPr>
        <p:spPr>
          <a:xfrm>
            <a:off x="7680960" y="548640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with Scholarships, then Loans added, then one filter removed.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row of groups, with a table beneath instead of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schemes can be read side by side</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has room to say who each scheme is for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8640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Pictures of the Groups,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row, then a table.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2026-09-09T06:59:15Z</dcterms:created>
  <dcterms:modified xsi:type="dcterms:W3CDTF">2026-09-09T06:59:15Z</dcterms:modified>
</cp:coreProperties>
</file>